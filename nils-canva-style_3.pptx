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457200"/>
            <a:ext cx="3474720" cy="3474720"/>
          </a:xfrm>
          <a:prstGeom prst="ellipse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548640"/>
            <a:ext cx="2011680" cy="2011680"/>
          </a:xfrm>
          <a:prstGeom prst="ellipse">
            <a:avLst/>
          </a:prstGeom>
          <a:solidFill>
            <a:srgbClr val="A8B87A">
              <a:alpha val="80000"/>
            </a:srgbClr>
          </a:solidFill>
          <a:ln w="12700">
            <a:solidFill>
              <a:srgbClr val="A8B87A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1737360"/>
            <a:ext cx="640080" cy="640080"/>
          </a:xfrm>
          <a:prstGeom prst="ellipse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023360"/>
            <a:ext cx="457200" cy="457200"/>
          </a:xfrm>
          <a:prstGeom prst="ellipse">
            <a:avLst/>
          </a:prstGeom>
          <a:solidFill>
            <a:srgbClr val="7A8C4E">
              <a:alpha val="70000"/>
            </a:srgbClr>
          </a:solidFill>
          <a:ln w="12700">
            <a:solidFill>
              <a:srgbClr val="7A8C4E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92608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01968" y="292608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03136" y="292608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4" y="292608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05472" y="292608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312724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312724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312724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4" y="312724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05472" y="312724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32841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332841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3136" y="332841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04304" y="332841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332841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52958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352958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352958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04304" y="352958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5472" y="352958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73075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01968" y="373075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03136" y="373075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04304" y="373075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05472" y="373075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182880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182880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" y="182880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84048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84048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216" y="384048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" y="585216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585216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" y="585216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786384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786384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5216" y="786384"/>
            <a:ext cx="73152" cy="73152"/>
          </a:xfrm>
          <a:prstGeom prst="ellipse">
            <a:avLst/>
          </a:prstGeom>
          <a:solidFill>
            <a:srgbClr val="7A8C4E">
              <a:alpha val="60000"/>
            </a:srgbClr>
          </a:solidFill>
          <a:ln w="12700">
            <a:solidFill>
              <a:srgbClr val="7A8C4E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6B3A"/>
                </a:solidFill>
              </a:rPr>
              <a:t>»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046720" y="2697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B87A"/>
                </a:solidFill>
              </a:rPr>
              <a:t>»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88720" y="7772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IA</a:t>
            </a:r>
            <a:endParaRPr lang="en-US" sz="3400" dirty="0"/>
          </a:p>
        </p:txBody>
      </p:sp>
      <p:sp>
        <p:nvSpPr>
          <p:cNvPr id="46" name="Text 44"/>
          <p:cNvSpPr/>
          <p:nvPr/>
        </p:nvSpPr>
        <p:spPr>
          <a:xfrm>
            <a:off x="1188720" y="2103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 Nil's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84632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Automatizado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WhatsApp com IA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46320" y="2880360"/>
            <a:ext cx="228600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164592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164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03520" y="4709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construído do zero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16200000">
            <a:off x="-173736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1645920" cy="1645920"/>
          </a:xfrm>
          <a:prstGeom prst="ellipse">
            <a:avLst/>
          </a:prstGeom>
          <a:solidFill>
            <a:srgbClr val="A8B87A">
              <a:alpha val="70000"/>
            </a:srgbClr>
          </a:solidFill>
          <a:ln w="12700">
            <a:solidFill>
              <a:srgbClr val="A8B87A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4747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33488" y="34747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34656" y="34747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34747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36758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33488" y="36758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34656" y="36758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36758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38770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33488" y="38770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34656" y="38770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35824" y="38770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40782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40782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34656" y="40782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35824" y="40782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051560"/>
            <a:ext cx="3749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" y="1399032"/>
            <a:ext cx="640080" cy="640080"/>
          </a:xfrm>
          <a:prstGeom prst="ellipse">
            <a:avLst/>
          </a:prstGeom>
          <a:solidFill>
            <a:srgbClr val="A8B87A">
              <a:alpha val="75000"/>
            </a:srgbClr>
          </a:solidFill>
          <a:ln w="12700">
            <a:solidFill>
              <a:srgbClr val="A8B87A">
                <a:alpha val="7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1399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71600" y="1216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Manual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158191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dono responde cada pedido pessoalmente, sem pausas nem folgas.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1051560"/>
            <a:ext cx="3749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1399032"/>
            <a:ext cx="640080" cy="640080"/>
          </a:xfrm>
          <a:prstGeom prst="ellipse">
            <a:avLst/>
          </a:prstGeom>
          <a:solidFill>
            <a:srgbClr val="A8B87A">
              <a:alpha val="75000"/>
            </a:srgbClr>
          </a:solidFill>
          <a:ln w="12700">
            <a:solidFill>
              <a:srgbClr val="A8B87A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1399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86400" y="1216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nos Pedidos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158191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Confusão com itens, endereços errados e formas de pagamento.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971800"/>
            <a:ext cx="3749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" y="3319272"/>
            <a:ext cx="640080" cy="640080"/>
          </a:xfrm>
          <a:prstGeom prst="ellipse">
            <a:avLst/>
          </a:prstGeom>
          <a:solidFill>
            <a:srgbClr val="A8B87A">
              <a:alpha val="75000"/>
            </a:srgbClr>
          </a:solidFill>
          <a:ln w="12700">
            <a:solidFill>
              <a:srgbClr val="A8B87A">
                <a:alpha val="7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319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😤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371600" y="3136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Frustrado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71600" y="350215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longa e sem confirmação clara geram abandono do pedido.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2971800"/>
            <a:ext cx="3749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36592" y="3319272"/>
            <a:ext cx="640080" cy="640080"/>
          </a:xfrm>
          <a:prstGeom prst="ellipse">
            <a:avLst/>
          </a:prstGeom>
          <a:solidFill>
            <a:srgbClr val="A8B87A">
              <a:alpha val="75000"/>
            </a:srgbClr>
          </a:solidFill>
          <a:ln w="12700">
            <a:solidFill>
              <a:srgbClr val="A8B87A">
                <a:alpha val="7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36592" y="33192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86400" y="3136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Perdidas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0" y="350215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desistem quando não recebem resposta rápida.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2286000" cy="2286000"/>
          </a:xfrm>
          <a:prstGeom prst="ellipse">
            <a:avLst/>
          </a:prstGeom>
          <a:solidFill>
            <a:srgbClr val="7A8C4E">
              <a:alpha val="50000"/>
            </a:srgbClr>
          </a:solidFill>
          <a:ln w="12700">
            <a:solidFill>
              <a:srgbClr val="7A8C4E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1280160" cy="1280160"/>
          </a:xfrm>
          <a:prstGeom prst="ellipse">
            <a:avLst/>
          </a:prstGeom>
          <a:solidFill>
            <a:srgbClr val="A8B87A">
              <a:alpha val="60000"/>
            </a:srgbClr>
          </a:solidFill>
          <a:ln w="12700">
            <a:solidFill>
              <a:srgbClr val="A8B87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34747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34747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34747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34747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6758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36758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36758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6758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8770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38770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8770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38770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40782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40782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40782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40782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43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051560"/>
            <a:ext cx="274320" cy="274320"/>
          </a:xfrm>
          <a:prstGeom prst="ellipse">
            <a:avLst/>
          </a:prstGeom>
          <a:solidFill>
            <a:srgbClr val="A8B87A">
              <a:alpha val="80000"/>
            </a:srgbClr>
          </a:solidFill>
          <a:ln w="12700">
            <a:solidFill>
              <a:srgbClr val="A8B87A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10789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clientes 24h automaticamente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1645920"/>
            <a:ext cx="274320" cy="274320"/>
          </a:xfrm>
          <a:prstGeom prst="ellipse">
            <a:avLst/>
          </a:prstGeom>
          <a:solidFill>
            <a:srgbClr val="A8B87A">
              <a:alpha val="80000"/>
            </a:srgbClr>
          </a:solidFill>
          <a:ln w="12700">
            <a:solidFill>
              <a:srgbClr val="A8B87A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645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16733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o pedido passo a passo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2240280"/>
            <a:ext cx="274320" cy="274320"/>
          </a:xfrm>
          <a:prstGeom prst="ellipse">
            <a:avLst/>
          </a:prstGeom>
          <a:solidFill>
            <a:srgbClr val="A8B87A">
              <a:alpha val="80000"/>
            </a:srgbClr>
          </a:solidFill>
          <a:ln w="12700">
            <a:solidFill>
              <a:srgbClr val="A8B87A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240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22677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corrigir erros facilmente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2834640"/>
            <a:ext cx="274320" cy="274320"/>
          </a:xfrm>
          <a:prstGeom prst="ellipse">
            <a:avLst/>
          </a:prstGeom>
          <a:solidFill>
            <a:srgbClr val="A8B87A">
              <a:alpha val="80000"/>
            </a:srgbClr>
          </a:solidFill>
          <a:ln w="12700">
            <a:solidFill>
              <a:srgbClr val="A8B87A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28620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histórico de conversas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429000"/>
            <a:ext cx="274320" cy="274320"/>
          </a:xfrm>
          <a:prstGeom prst="ellipse">
            <a:avLst/>
          </a:prstGeom>
          <a:solidFill>
            <a:srgbClr val="A8B87A">
              <a:alpha val="80000"/>
            </a:srgbClr>
          </a:solidFill>
          <a:ln w="12700">
            <a:solidFill>
              <a:srgbClr val="A8B87A">
                <a:alpha val="8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</a:rPr>
              <a:t>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" y="3456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pedido antes de finalizar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023360"/>
            <a:ext cx="274320" cy="274320"/>
          </a:xfrm>
          <a:prstGeom prst="ellipse">
            <a:avLst/>
          </a:prstGeom>
          <a:solidFill>
            <a:srgbClr val="A8B87A">
              <a:alpha val="80000"/>
            </a:srgbClr>
          </a:solidFill>
          <a:ln w="12700">
            <a:solidFill>
              <a:srgbClr val="A8B87A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40507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bebidas de forma natural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0" y="457200"/>
            <a:ext cx="2926080" cy="4160520"/>
          </a:xfrm>
          <a:prstGeom prst="rect">
            <a:avLst/>
          </a:prstGeom>
          <a:solidFill>
            <a:srgbClr val="E5DDD5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86400" y="457200"/>
            <a:ext cx="2926080" cy="548640"/>
          </a:xfrm>
          <a:prstGeom prst="rect">
            <a:avLst/>
          </a:prstGeom>
          <a:solidFill>
            <a:srgbClr val="075E54"/>
          </a:solidFill>
          <a:ln w="12700">
            <a:solidFill>
              <a:srgbClr val="075E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77840" y="457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Nil's Restaurante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58000" y="1143000"/>
            <a:ext cx="1508760" cy="384048"/>
          </a:xfrm>
          <a:prstGeom prst="roundRect">
            <a:avLst>
              <a:gd name="adj" fmla="val 16667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22008" y="117043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Oi! Quero uma marmita 😊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577840" y="1645920"/>
            <a:ext cx="15087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41848" y="167335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ótimo! Com qual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proteína? 🍛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858000" y="2331720"/>
            <a:ext cx="1508760" cy="384048"/>
          </a:xfrm>
          <a:prstGeom prst="roundRect">
            <a:avLst>
              <a:gd name="adj" fmla="val 16667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22008" y="235915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Frango, por favor!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577840" y="2788920"/>
            <a:ext cx="15087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41848" y="281635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Perfeito! ✅ Vai remover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 acompanhamento?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858000" y="3520440"/>
            <a:ext cx="1508760" cy="384048"/>
          </a:xfrm>
          <a:prstGeom prst="roundRect">
            <a:avLst>
              <a:gd name="adj" fmla="val 16667"/>
            </a:avLst>
          </a:prstGeom>
          <a:solidFill>
            <a:srgbClr val="DCF8C6"/>
          </a:solidFill>
          <a:ln w="12700">
            <a:solidFill>
              <a:srgbClr val="DCF8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22008" y="3547872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Não, tá ótimo!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577840" y="3950208"/>
            <a:ext cx="150876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41848" y="397764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Ótimo! Qual seu endereço?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ellipse">
            <a:avLst/>
          </a:prstGeom>
          <a:solidFill>
            <a:srgbClr val="A8B87A">
              <a:alpha val="65000"/>
            </a:srgbClr>
          </a:solidFill>
          <a:ln w="12700">
            <a:solidFill>
              <a:srgbClr val="A8B87A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840480"/>
            <a:ext cx="1371600" cy="1371600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74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274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0336" y="274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61504" y="274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62672" y="274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475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475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0336" y="475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61504" y="475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62672" y="475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676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9168" y="676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0336" y="676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61504" y="676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62672" y="676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877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9168" y="877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0336" y="877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1504" y="877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2672" y="877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1828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931920" y="795528"/>
            <a:ext cx="1280160" cy="45720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91440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914400"/>
            <a:ext cx="1554480" cy="1554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8B8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60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3152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processa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 responde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clientes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88920" y="91440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88920" y="914400"/>
            <a:ext cx="1554480" cy="1554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C4A8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960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260604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Z-API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1460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o código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WhatsApp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envio/recepção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91440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914400"/>
            <a:ext cx="1554480" cy="1554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A8C4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960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4480560" y="16276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salva pedidos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conversas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0" y="274320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28800" y="2743200"/>
            <a:ext cx="1554480" cy="1554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5C6B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27889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🚂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645920" y="3456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554480" y="3749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que roda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 24 horas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dia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03320" y="274320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03320" y="2743200"/>
            <a:ext cx="1554480" cy="15544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8B8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27889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3520440" y="3456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429000" y="37490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que conecta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peças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sistema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548640"/>
            <a:ext cx="1828800" cy="1828800"/>
          </a:xfrm>
          <a:prstGeom prst="ellipse">
            <a:avLst/>
          </a:prstGeom>
          <a:solidFill>
            <a:srgbClr val="7A8C4E">
              <a:alpha val="50000"/>
            </a:srgbClr>
          </a:solidFill>
          <a:ln w="12700">
            <a:solidFill>
              <a:srgbClr val="7A8C4E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1148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41148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41148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41148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41148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3159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43159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43159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43159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" y="43159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5171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45171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5171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45171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78992" y="45171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Atendimento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228600" y="1463040"/>
            <a:ext cx="868680" cy="868680"/>
          </a:xfrm>
          <a:prstGeom prst="ellipse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5087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Saudação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7280" y="1883664"/>
            <a:ext cx="374904" cy="0"/>
          </a:xfrm>
          <a:prstGeom prst="line">
            <a:avLst/>
          </a:prstGeom>
          <a:noFill/>
          <a:ln w="25400">
            <a:solidFill>
              <a:srgbClr val="A8B8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72184" y="1463040"/>
            <a:ext cx="868680" cy="868680"/>
          </a:xfrm>
          <a:prstGeom prst="ellipse">
            <a:avLst/>
          </a:prstGeom>
          <a:solidFill>
            <a:srgbClr val="7A8C4E"/>
          </a:solidFill>
          <a:ln w="12700">
            <a:solidFill>
              <a:srgbClr val="7A8C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72184" y="15087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9304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40864" y="1883664"/>
            <a:ext cx="374904" cy="0"/>
          </a:xfrm>
          <a:prstGeom prst="line">
            <a:avLst/>
          </a:prstGeom>
          <a:noFill/>
          <a:ln w="25400">
            <a:solidFill>
              <a:srgbClr val="A8B8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15768" y="1463040"/>
            <a:ext cx="868680" cy="868680"/>
          </a:xfrm>
          <a:prstGeom prst="ellipse">
            <a:avLst/>
          </a:prstGeom>
          <a:solidFill>
            <a:srgbClr val="A8B87A"/>
          </a:solidFill>
          <a:ln w="12700">
            <a:solidFill>
              <a:srgbClr val="A8B8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15768" y="15087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532888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584448" y="1883664"/>
            <a:ext cx="374904" cy="0"/>
          </a:xfrm>
          <a:prstGeom prst="line">
            <a:avLst/>
          </a:prstGeom>
          <a:noFill/>
          <a:ln w="25400">
            <a:solidFill>
              <a:srgbClr val="A8B8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59352" y="1463040"/>
            <a:ext cx="868680" cy="868680"/>
          </a:xfrm>
          <a:prstGeom prst="ellipse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59352" y="15087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76472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Bebidas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28032" y="1883664"/>
            <a:ext cx="374904" cy="0"/>
          </a:xfrm>
          <a:prstGeom prst="line">
            <a:avLst/>
          </a:prstGeom>
          <a:noFill/>
          <a:ln w="25400">
            <a:solidFill>
              <a:srgbClr val="A8B8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2936" y="1463040"/>
            <a:ext cx="868680" cy="868680"/>
          </a:xfrm>
          <a:prstGeom prst="ellipse">
            <a:avLst/>
          </a:prstGeom>
          <a:solidFill>
            <a:srgbClr val="7A8C4E"/>
          </a:solidFill>
          <a:ln w="12700">
            <a:solidFill>
              <a:srgbClr val="7A8C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02936" y="15087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20056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71616" y="1883664"/>
            <a:ext cx="374904" cy="0"/>
          </a:xfrm>
          <a:prstGeom prst="line">
            <a:avLst/>
          </a:prstGeom>
          <a:noFill/>
          <a:ln w="25400">
            <a:solidFill>
              <a:srgbClr val="A8B8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1463040"/>
            <a:ext cx="868680" cy="868680"/>
          </a:xfrm>
          <a:prstGeom prst="ellipse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15087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63640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15200" y="1883664"/>
            <a:ext cx="374904" cy="0"/>
          </a:xfrm>
          <a:prstGeom prst="line">
            <a:avLst/>
          </a:prstGeom>
          <a:noFill/>
          <a:ln w="25400">
            <a:solidFill>
              <a:srgbClr val="A8B8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90104" y="1463040"/>
            <a:ext cx="868680" cy="868680"/>
          </a:xfrm>
          <a:prstGeom prst="ellipse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0104" y="150876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507224" y="2395728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✅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154680"/>
            <a:ext cx="822960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A8B87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" y="3154680"/>
            <a:ext cx="109728" cy="1554480"/>
          </a:xfrm>
          <a:prstGeom prst="rect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3291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Sistema de Correção Inteligente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31520" y="3639312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cliente digitar "voltar", "errei" ou "mudar" → o bot volta uma etapa sem reiniciar tudo.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padrão: "Sem problema 😊 vamos ajustar isso!"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6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7A8C4E">
              <a:alpha val="40000"/>
            </a:srgbClr>
          </a:solidFill>
          <a:ln w="12700">
            <a:solidFill>
              <a:srgbClr val="7A8C4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7A8C4E">
              <a:alpha val="45000"/>
            </a:srgbClr>
          </a:solidFill>
          <a:ln w="12700">
            <a:solidFill>
              <a:srgbClr val="7A8C4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16368" y="274320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17536" y="274320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18704" y="274320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475488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16368" y="475488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7536" y="475488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18704" y="475488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676656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16368" y="676656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17536" y="676656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18704" y="676656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877824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16368" y="877824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17536" y="877824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18704" y="877824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114800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4114800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4114800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4114800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315968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315968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4315968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4315968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517136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4517136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4517136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7824" y="4517136"/>
            <a:ext cx="73152" cy="73152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182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457200" y="1005840"/>
            <a:ext cx="1874520" cy="3566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B8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1188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457200" y="18745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36" name="Shape 34"/>
          <p:cNvSpPr/>
          <p:nvPr/>
        </p:nvSpPr>
        <p:spPr>
          <a:xfrm>
            <a:off x="914400" y="2880360"/>
            <a:ext cx="96012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9718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sem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intervenção humana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0" y="1005840"/>
            <a:ext cx="1874520" cy="3566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B8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0" y="1188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⏰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2560320" y="18745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4400" dirty="0"/>
          </a:p>
        </p:txBody>
      </p:sp>
      <p:sp>
        <p:nvSpPr>
          <p:cNvPr id="41" name="Shape 39"/>
          <p:cNvSpPr/>
          <p:nvPr/>
        </p:nvSpPr>
        <p:spPr>
          <a:xfrm>
            <a:off x="3017520" y="2880360"/>
            <a:ext cx="96012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29718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funcionando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dias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1005840"/>
            <a:ext cx="1874520" cy="3566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B87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1188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4663440" y="18745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46" name="Shape 44"/>
          <p:cNvSpPr/>
          <p:nvPr/>
        </p:nvSpPr>
        <p:spPr>
          <a:xfrm>
            <a:off x="5120640" y="2880360"/>
            <a:ext cx="96012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29718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por falta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clareza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66560" y="1005840"/>
            <a:ext cx="1874520" cy="3566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8B8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66560" y="11887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📈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766560" y="18745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A8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4400" dirty="0"/>
          </a:p>
        </p:txBody>
      </p:sp>
      <p:sp>
        <p:nvSpPr>
          <p:cNvPr id="51" name="Shape 49"/>
          <p:cNvSpPr/>
          <p:nvPr/>
        </p:nvSpPr>
        <p:spPr>
          <a:xfrm>
            <a:off x="7223760" y="2880360"/>
            <a:ext cx="96012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0" y="297180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2011680" cy="2011680"/>
          </a:xfrm>
          <a:prstGeom prst="ellipse">
            <a:avLst/>
          </a:prstGeom>
          <a:solidFill>
            <a:srgbClr val="A8B87A">
              <a:alpha val="70000"/>
            </a:srgbClr>
          </a:solidFill>
          <a:ln w="12700">
            <a:solidFill>
              <a:srgbClr val="A8B87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5C6B3A">
              <a:alpha val="50000"/>
            </a:srgbClr>
          </a:solidFill>
          <a:ln w="12700">
            <a:solidFill>
              <a:srgbClr val="5C6B3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59168" y="32004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0336" y="32004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61504" y="32004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62672" y="320040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0" y="34015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59168" y="34015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0336" y="34015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61504" y="34015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62672" y="340156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36027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9168" y="36027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60336" y="36027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61504" y="36027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62672" y="360273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380390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9168" y="380390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0336" y="380390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1504" y="380390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2672" y="380390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8288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457200" y="795528"/>
            <a:ext cx="1280160" cy="45720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1005840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1133856"/>
            <a:ext cx="548640" cy="548640"/>
          </a:xfrm>
          <a:prstGeom prst="ellipse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1133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80160" y="1097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WhatsApp Real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14081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integração com Evolution API ou Z-API pago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0" y="1225296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2252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1993392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2121408"/>
            <a:ext cx="548640" cy="548640"/>
          </a:xfrm>
          <a:prstGeom prst="ellipse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2121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80160" y="20848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80160" y="239572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pedidos em tempo real e marcar como entregue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0" y="2212848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2E7D32">
              <a:alpha val="2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22128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2980944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80160" y="30723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 Clientes Reais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80160" y="33832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ajustes com clientes do Nil's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0" y="3200400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968496"/>
            <a:ext cx="6583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8640" y="4096512"/>
            <a:ext cx="548640" cy="548640"/>
          </a:xfrm>
          <a:prstGeom prst="ellipse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80160" y="40599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para Outros Negócios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80160" y="43708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Manicures, barbearias e outros serviços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0" y="4187952"/>
            <a:ext cx="1371600" cy="320040"/>
          </a:xfrm>
          <a:prstGeom prst="roundRect">
            <a:avLst>
              <a:gd name="adj" fmla="val 28571"/>
            </a:avLst>
          </a:prstGeom>
          <a:solidFill>
            <a:srgbClr val="6A1B9A">
              <a:alpha val="2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0" y="41879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82880"/>
            <a:ext cx="4754880" cy="4754880"/>
          </a:xfrm>
          <a:prstGeom prst="ellipse">
            <a:avLst/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"/>
            <a:ext cx="2560320" cy="2560320"/>
          </a:xfrm>
          <a:prstGeom prst="ellipse">
            <a:avLst/>
          </a:prstGeom>
          <a:solidFill>
            <a:srgbClr val="A8B87A">
              <a:alpha val="70000"/>
            </a:srgbClr>
          </a:solidFill>
          <a:ln w="12700">
            <a:solidFill>
              <a:srgbClr val="A8B87A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3474720"/>
            <a:ext cx="1097280" cy="1097280"/>
          </a:xfrm>
          <a:prstGeom prst="ellipse">
            <a:avLst/>
          </a:prstGeom>
          <a:solidFill>
            <a:srgbClr val="C4A882">
              <a:alpha val="80000"/>
            </a:srgbClr>
          </a:solidFill>
          <a:ln w="12700">
            <a:solidFill>
              <a:srgbClr val="C4A882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0" y="2560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76288" y="2560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77456" y="2560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78624" y="2560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79792" y="2560320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0" y="2761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76288" y="2761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77456" y="2761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78624" y="2761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79792" y="2761488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2962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76288" y="2962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77456" y="2962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8624" y="2962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9792" y="2962656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3163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76288" y="3163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77456" y="3163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8624" y="3163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79792" y="3163824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336499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76288" y="336499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77456" y="336499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78624" y="336499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79792" y="3364992"/>
            <a:ext cx="73152" cy="73152"/>
          </a:xfrm>
          <a:prstGeom prst="ellipse">
            <a:avLst/>
          </a:prstGeom>
          <a:solidFill>
            <a:srgbClr val="5C6B3A">
              <a:alpha val="60000"/>
            </a:srgbClr>
          </a:solidFill>
          <a:ln w="12700">
            <a:solidFill>
              <a:srgbClr val="5C6B3A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6400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🍛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2286000" y="1645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4200" dirty="0"/>
          </a:p>
        </p:txBody>
      </p:sp>
      <p:sp>
        <p:nvSpPr>
          <p:cNvPr id="32" name="Text 30"/>
          <p:cNvSpPr/>
          <p:nvPr/>
        </p:nvSpPr>
        <p:spPr>
          <a:xfrm>
            <a:off x="2286000" y="2606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EF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 Nil's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474720" y="3090672"/>
            <a:ext cx="2377440" cy="36576"/>
          </a:xfrm>
          <a:prstGeom prst="rect">
            <a:avLst/>
          </a:prstGeom>
          <a:solidFill>
            <a:srgbClr val="A8B87A"/>
          </a:solidFill>
          <a:ln w="12700">
            <a:solidFill>
              <a:srgbClr val="A8B8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32461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inteligente,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0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sem erro, clientes satisfeitos 😊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0" y="4663440"/>
            <a:ext cx="2926080" cy="320040"/>
          </a:xfrm>
          <a:prstGeom prst="roundRect">
            <a:avLst>
              <a:gd name="adj" fmla="val 42857"/>
            </a:avLst>
          </a:prstGeom>
          <a:solidFill>
            <a:srgbClr val="5C6B3A"/>
          </a:solidFill>
          <a:ln w="12700">
            <a:solidFill>
              <a:srgbClr val="5C6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4663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com Claude AI + Gemini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2026-04-25T01:49:40Z</dcterms:created>
  <dcterms:modified xsi:type="dcterms:W3CDTF">2026-04-25T01:49:40Z</dcterms:modified>
</cp:coreProperties>
</file>